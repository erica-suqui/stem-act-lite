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STEM-ACT Collaboration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0C8E8"/>
                </a:solidFill>
              </a:rPr>
              <a:t>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A8C8"/>
                </a:solidFill>
              </a:rPr>
              <a:t>CSC400  |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A8C8"/>
                </a:solidFill>
              </a:rPr>
              <a:t>Alexander Rodriguez  ·  Erica Suqui  ·  Joe Youn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090B0"/>
                </a:solidFill>
              </a:rPr>
              <a:t>Client: Cheryl Tokarski – STEM-ACT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80A0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1.  Project Overview &amp; Goals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2.  Work Completed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3.  Live Demo  (optional)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4.  Challenges &amp; How We Addressed Them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5.  Next Steps &amp; Timeline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C1C2E"/>
                </a:solidFill>
              </a:rPr>
              <a:t>6. 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</a:rPr>
              <a:t>What is STEM-ACT Collaboration Hub?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A8A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Manual event submissions via Google Forms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Copy-paste workflow burdens admins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No structured approval process or partner accounts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Inconsistent event data &amp; no partner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A8A"/>
                </a:solidFill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Custom WordPress plugin replacing manual workflow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Role-based accounts: Viewer, Partner, Admin, Super Admin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Structured event submission &amp; approval states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Automated publishing once events are approved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</a:rPr>
              <a:t>•  Partner dashboard for status tracking &amp;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45720" cy="3200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Goals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8A"/>
                </a:solidFill>
              </a:rPr>
              <a:t>✦  Streamlined Submissions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01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Partners register once and submit events through a structured form — no more repeated Google 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8A"/>
                </a:solidFill>
              </a:rPr>
              <a:t>✦  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Four user roles (Viewer, Partner, Admin, Super Admin) with appropriate permissions at each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8A"/>
                </a:solidFill>
              </a:rPr>
              <a:t>✦  Approval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Every event passes through Pending → Approved / Denied states with admin notes and notifications.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8A"/>
                </a:solidFill>
              </a:rPr>
              <a:t>✦  Automated Publishing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Approved events are instantly published to the public-facing event catalog without manual copying.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8A"/>
                </a:solidFill>
              </a:rPr>
              <a:t>✦  Partner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Partners can track submission status, edit pending events, and receive email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</a:rPr>
              <a:t>Key milestones delivered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SRS document drafted and reviewed with client (v1.0, Feb 2026)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Database schema designed (users, partners, events, roles)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Next.js frontend scaffold with dynamic partner &amp; user cards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Clickable filters on partner and user card components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Docker-based local development environment configured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Architecture diagram &amp; component design completed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C1C2E"/>
                </a:solidFill>
              </a:rPr>
              <a:t>•  [ ADD: any additional completed features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B7280"/>
                </a:solidFill>
              </a:rPr>
              <a:t>Replace this slide with screenshots or a live walkthrough.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515600" cy="4023360"/>
          </a:xfrm>
          <a:prstGeom prst="rect">
            <a:avLst/>
          </a:prstGeom>
          <a:solidFill>
            <a:srgbClr val="E8EFF8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[ Insert screenshots / screen recording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How We Addressed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411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We Addressed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3035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8640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Describe Challenge 1 ]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How it was resolved / mitigated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78608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578608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Describe Challenge 2 ]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How it was resolved / mitigated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36976"/>
            <a:ext cx="53035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36976"/>
            <a:ext cx="548640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10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Describe Challenge 3 ]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101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How it was resolved / mitigated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5303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95344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684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Describe Challenge 4 ]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684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[ How it was resolved / mitigated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A8A"/>
                </a:solidFill>
              </a:rPr>
              <a:t>Upcoming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73152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8A"/>
                </a:solidFill>
              </a:rPr>
              <a:t>Sprint X  (now → MM/DD)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[ e.g., Complete partner registration form &amp; backend API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73152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8A"/>
                </a:solidFill>
              </a:rPr>
              <a:t>Sprint X+1  (MM/DD → MM/DD)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[ e.g., Admin dashboard – approve/deny workflow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73152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8A"/>
                </a:solidFill>
              </a:rPr>
              <a:t>Sprint X+2  (MM/DD → MM/DD)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[ e.g., Email notifications &amp; automated publishing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73152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8A"/>
                </a:solidFill>
              </a:rPr>
              <a:t>Sprint X+3  (MM/DD → MM/DD)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336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[ e.g., Testing, bug fixes, user acceptance testing with client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73152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8A"/>
                </a:solidFill>
              </a:rPr>
              <a:t>Final Delivery  (MM/DD)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194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[ e.g., Production deployment &amp; handoff to STEM-ACT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8E8"/>
                </a:solidFill>
              </a:rPr>
              <a:t>Thank you for your time!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A8C8"/>
                </a:solidFill>
              </a:rPr>
              <a:t>Alexander Rodriguez  ·  Erica Suqui  ·  Joe Youn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90B0"/>
                </a:solidFill>
              </a:rPr>
              <a:t>Client: Cheryl Tokarski – STEM-ACT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